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Contest talk track
The issue is not merely OCR. Mixed medical fax packets can contain a new authorization request, updates, medical records, and unrelated pages in one PDF. Staff must find the relevant form, re-key fields, and verify the source. The 2024 CAQH Index reports an average of 24 minutes for provider and staff prior-authorization work using phone, fax, or email.
Grounded DocParse is a project-inspired prototype that parses a packet once, classifies contiguous page ranges, sends only approved New Authorization segments to extraction, and returns structured values linked to page and bounding-box evidence for human review.
The 14-minute figure is the CAQH average industry time-savings opportunity for moving manual prior authorization to a fully electronic workflow. It is not a realized result from this prototype. In a targeted prototype experiment, median source-checked anchor coverage increased from 95.24% to 100%. That metric is not extraction accuracy or a document-wide production result.
[Sources]
- https://www.caqh.org/hubfs/Index/2024%20Index%20Report/CAQH_IndexReport_2024_FINAL.pdf
- https://www.cms.gov/priorities/electronic-prior-authorization/overview
- README.md
- docs/business-user-extraction-workflow.md
- docs/extraction-quality-research.md
- docs/images/document-parse-studio-full.png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ST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2881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8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2881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8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WITH AI  /  INDUSTRY PROBLEM SOLVER  /  AHMAD MUJTABA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02920"/>
            <a:ext cx="1101852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DocParse: Making Mixed Medical Faxes Reviewable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2412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routing and evidence-linked extraction for mixed fax packets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2788920" cy="4315968"/>
          </a:xfrm>
          <a:prstGeom prst="roundRect">
            <a:avLst>
              <a:gd name="adj" fmla="val 2623"/>
            </a:avLst>
          </a:prstGeom>
          <a:solidFill>
            <a:srgbClr val="111B29"/>
          </a:solidFill>
          <a:ln w="13970">
            <a:solidFill>
              <a:srgbClr val="FF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007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201168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min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04672" y="261518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average for phone / fax / email prior authorization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" y="3255264"/>
            <a:ext cx="2286000" cy="0"/>
          </a:xfrm>
          <a:prstGeom prst="line">
            <a:avLst/>
          </a:prstGeom>
          <a:noFill/>
          <a:ln w="13970">
            <a:solidFill>
              <a:srgbClr val="2A3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44728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medical fax can mix: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2104" y="3959352"/>
            <a:ext cx="118872" cy="118872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8862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authorization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" y="4343400"/>
            <a:ext cx="118872" cy="118872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27024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updates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" y="4727448"/>
            <a:ext cx="118872" cy="118872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465429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records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2104" y="5111496"/>
            <a:ext cx="118872" cy="118872"/>
          </a:xfrm>
          <a:prstGeom prst="ellipse">
            <a:avLst/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503834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Unrelated pages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5285232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find the right form, re-key fields, then verify every value.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47872" y="1481328"/>
            <a:ext cx="4828032" cy="4315968"/>
          </a:xfrm>
          <a:prstGeom prst="roundRect">
            <a:avLst>
              <a:gd name="adj" fmla="val 1695"/>
            </a:avLst>
          </a:prstGeom>
          <a:solidFill>
            <a:srgbClr val="111B29"/>
          </a:solidFill>
          <a:ln w="13970">
            <a:solidFill>
              <a:srgbClr val="58D5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17007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6048" y="1664208"/>
            <a:ext cx="313639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approved pages only.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776472" y="2029968"/>
            <a:ext cx="4370832" cy="3026664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2A3B5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5616" y="2039112"/>
            <a:ext cx="4352544" cy="30175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3749040" y="5230368"/>
            <a:ext cx="274320" cy="274320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49040" y="5230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96512" y="52029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once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45152" y="5367528"/>
            <a:ext cx="164592" cy="0"/>
          </a:xfrm>
          <a:prstGeom prst="line">
            <a:avLst/>
          </a:prstGeom>
          <a:noFill/>
          <a:ln w="1397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901184" y="5230368"/>
            <a:ext cx="274320" cy="274320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01184" y="5230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248656" y="52029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pages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916168" y="5367528"/>
            <a:ext cx="164592" cy="0"/>
          </a:xfrm>
          <a:prstGeom prst="line">
            <a:avLst/>
          </a:prstGeom>
          <a:noFill/>
          <a:ln w="1397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6144768" y="5230368"/>
            <a:ext cx="274320" cy="274320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44768" y="5230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92240" y="5202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New Auth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150608" y="5367528"/>
            <a:ext cx="164592" cy="0"/>
          </a:xfrm>
          <a:prstGeom prst="line">
            <a:avLst/>
          </a:prstGeom>
          <a:noFill/>
          <a:ln w="1397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7360920" y="5230368"/>
            <a:ext cx="274320" cy="274320"/>
          </a:xfrm>
          <a:prstGeom prst="ellipse">
            <a:avLst/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60920" y="5230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708392" y="52029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evidence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785616" y="5577840"/>
            <a:ext cx="4334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returned value stays linked to its page and bounding-box evidence.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577072" y="1481328"/>
            <a:ext cx="3054096" cy="4315968"/>
          </a:xfrm>
          <a:prstGeom prst="roundRect">
            <a:avLst>
              <a:gd name="adj" fmla="val 2395"/>
            </a:avLst>
          </a:prstGeom>
          <a:solidFill>
            <a:srgbClr val="111B29"/>
          </a:solidFill>
          <a:ln w="13970">
            <a:solidFill>
              <a:srgbClr val="45D48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823960" y="170078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EVIDENCE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814816" y="2011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min</a:t>
            </a:r>
            <a:endParaRPr lang="en-US" sz="3700" dirty="0"/>
          </a:p>
        </p:txBody>
      </p:sp>
      <p:sp>
        <p:nvSpPr>
          <p:cNvPr id="44" name="Text 41"/>
          <p:cNvSpPr/>
          <p:nvPr/>
        </p:nvSpPr>
        <p:spPr>
          <a:xfrm>
            <a:off x="8833104" y="2596896"/>
            <a:ext cx="2359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industry time-savings opportunity when moving manual prior authorization to electronic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833104" y="334670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CAQH Index benchmark — not achieved prototype savings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8833104" y="3840480"/>
            <a:ext cx="2542032" cy="0"/>
          </a:xfrm>
          <a:prstGeom prst="line">
            <a:avLst/>
          </a:prstGeom>
          <a:noFill/>
          <a:ln w="13970">
            <a:solidFill>
              <a:srgbClr val="2A3B5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814816" y="405079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95.24% → 100%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8833104" y="451713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source-checked anchor coverage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8833104" y="50566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prototype experiment — not extraction accuracy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66928" y="5980176"/>
            <a:ext cx="11064240" cy="38404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49808" y="607161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7B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PROJECT-INSPIRED PROTOTYPE; NOT PRODUCTION DEPLOYED.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4206240" y="6071616"/>
            <a:ext cx="7150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savings are external benchmarks, not realized project results.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585216" y="6473952"/>
            <a:ext cx="1065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2024 CAQH Index; CMS electronic prior authorization overview; repository workflow and quality research. Full links in speaker notes.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2881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8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Grounded DocParse: Making Mixed Medical Faxes Reviewable</dc:title>
  <dc:subject>Accelerate with AI — Industry Problem Solver contest entry</dc:subject>
  <dc:creator>Ahmad Mujtaba</dc:creator>
  <cp:lastModifiedBy>Ahmad Mujtaba</cp:lastModifiedBy>
  <cp:revision>1</cp:revision>
  <dcterms:created xsi:type="dcterms:W3CDTF">2026-07-30T11:43:19Z</dcterms:created>
  <dcterms:modified xsi:type="dcterms:W3CDTF">2026-07-30T11:43:19Z</dcterms:modified>
</cp:coreProperties>
</file>