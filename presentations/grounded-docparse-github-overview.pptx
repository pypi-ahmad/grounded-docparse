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repository as both an application and a reference implementation for grounded document parsing with optional routing and extraction.
[Sources]
- README.md
- CONTRIBUTING.md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audiences. The common foundation is a single grounded parse that supports both human and machine consumers.
[Sources]
- README.md
- docs/architecture.md
- CONTRIBUTING.md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map to orient contributors. The UI coordinates rendering, parsing, schemas, optional reasoning, and exports without changing evidence ownership.
[Sources]
- docs/architecture.md
- src/grounded_docparse/render.py
- src/grounded_docparse/models.py
- src/grounded_docparse/agentic.py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 audience to the application surface. The screenshot is sanitized and contains no credentials, patient data, or private endpoints.
[Sources]
- docs/images/document-parse-studio-full.png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improvise setup flags from this slide. Use SETUP.md for the current commands, prerequisites, and troubleshooting steps.
[Sources]
- SETUP.md
- docs/run.md
-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baseline path. Users can stop after parsing and still receive Markdown, structured JSON, and page-aware annotations.
[Sources]
- README.md
- docs/architecture.md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routing can operate at document or segment level. Extraction then receives only eligible content when category filtering is enabled.
[Sources]
- README.md
- docs/complete-user-guide.md
- docs/business-user-extraction-workflow.md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non-developers can configure repeatable workflows. Definitions can be typed in the UI or imported from version-controlled Markdown or JSON.
[Sources]
- docs/complete-user-guide.md
- docs/business-user-extraction-workflow.md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output families. Previews support review, Markdown supports reading, and JSON supports automation through explicit schema versions.
[Sources]
- docs/spec.md
- docs/api.md
- docs/complete-user-guide.md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contributors a practical map. Documentation defines intent, implementation files show current patterns, and tests define public behavior.
[Sources]
- CONTRIBUTING.md
- docs/architecture.md
- docs/spec.md
- docs/api.md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documentation path and current limitation. New users can run the app; contributors should ground changes in contracts and tests.
[Sources]
- README.md
- SETUP.md
- docs/run.md
- docs/complete-user-guide.md
- CONTRIBUTING.md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583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65836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39728" y="6583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605332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585216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6053328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39728" y="585216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877824"/>
            <a:ext cx="228600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9052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REPOSITORY GUIDE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481328"/>
            <a:ext cx="7818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Overview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22960" y="3090672"/>
            <a:ext cx="7086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project does, how to run it, and where contributors can extend it safely.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549640" y="1901952"/>
            <a:ext cx="1170432" cy="694944"/>
          </a:xfrm>
          <a:prstGeom prst="line">
            <a:avLst/>
          </a:prstGeom>
          <a:noFill/>
          <a:ln w="25400">
            <a:solidFill>
              <a:srgbClr val="796F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0072" y="2596896"/>
            <a:ext cx="914400" cy="1234440"/>
          </a:xfrm>
          <a:prstGeom prst="line">
            <a:avLst/>
          </a:prstGeom>
          <a:noFill/>
          <a:ln w="25400">
            <a:solidFill>
              <a:srgbClr val="58D5F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83296" y="1426464"/>
            <a:ext cx="1335024" cy="1078992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2276856"/>
            <a:ext cx="1353312" cy="1078992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3886200"/>
            <a:ext cx="1115568" cy="87782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83296" y="16459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9760" y="2542032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66960" y="4105656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2960" y="52486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| operators | contributors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PURPOSE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outputs that remain connected to the page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 parser for users and developers who need more than plain OCR 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Markdown, structured JSON, and page-aware evidence come from one parse.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9808" y="3090672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repository combines an interactive Streamlit UI, a GLM-OCR parsing core, optional reasoning stages, documented schemas, and tests.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041648" cy="12070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79792" y="158191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79792" y="1581912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73968" y="1581912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75136" y="1581912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792" y="264261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9792" y="244144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73968" y="264261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75136" y="244144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170992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35240" y="222199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PDFs, configure optional steps, review, and download.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2926080"/>
            <a:ext cx="4041648" cy="12070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299923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79792" y="2999232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73968" y="2999232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75136" y="2999232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405993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9792" y="38587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73968" y="405993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375136" y="385876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12724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INTEGRATORS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35240" y="363931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versioned JSON contracts and source references.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06640" y="4343400"/>
            <a:ext cx="4041648" cy="12070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79792" y="441655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79792" y="441655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73968" y="4416552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375136" y="441655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9792" y="5477256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79792" y="5276088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73968" y="5477256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375136" y="5276088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4544568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35240" y="5056632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adapters, schemas, UI flows, and tests.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architecture at a glance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orchestration around a grounded parsing core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9664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07608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45552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83496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workflow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96312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60904" y="2157984"/>
            <a:ext cx="310896" cy="31089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33472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to images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4256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157984"/>
            <a:ext cx="310896" cy="31089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9704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GLM-OCR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71416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+ 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2157984"/>
            <a:ext cx="310896" cy="310896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contracts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10144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2157984"/>
            <a:ext cx="310896" cy="310896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4736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65592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47304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+ extract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4808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1268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0353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8524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Markdown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325880" y="4160520"/>
            <a:ext cx="9555480" cy="1143000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7632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977640" y="4279392"/>
            <a:ext cx="6537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GLM-OCR supplies geometry; optional reasoning consumes grounded context.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TOUR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for parse, route, extract, review, and export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repository screenshot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4218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1673352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one or more PDFs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521915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63901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2595067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parsing and recovery settings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443630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78561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516782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define classification categories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" y="4365346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4707331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438498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Optionally define extraction fields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" y="5287061"/>
            <a:ext cx="2907792" cy="811987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62904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5360213"/>
            <a:ext cx="2249424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previews and download outputs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822192" y="1572768"/>
            <a:ext cx="7699248" cy="4535424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pic>
        <p:nvPicPr>
          <p:cNvPr id="24" name="Image 0" descr="Sanitized Grounded DocParse applic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773936"/>
            <a:ext cx="5925312" cy="4114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63440" y="172821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63440" y="1728216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79024" y="172821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80192" y="1728216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3440" y="593445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573328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79024" y="593445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680192" y="573328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RUN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+ WSL first-run path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repository setup guide for the supported local workflow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42416" y="3136392"/>
            <a:ext cx="1609344" cy="0"/>
          </a:xfrm>
          <a:prstGeom prst="line">
            <a:avLst/>
          </a:prstGeom>
          <a:noFill/>
          <a:ln w="38100">
            <a:solidFill>
              <a:srgbClr val="2A3B5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3136392"/>
            <a:ext cx="1609344" cy="0"/>
          </a:xfrm>
          <a:prstGeom prst="line">
            <a:avLst/>
          </a:prstGeom>
          <a:noFill/>
          <a:ln w="38100">
            <a:solidFill>
              <a:srgbClr val="2A3B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66944" y="3136392"/>
            <a:ext cx="1609344" cy="0"/>
          </a:xfrm>
          <a:prstGeom prst="line">
            <a:avLst/>
          </a:prstGeom>
          <a:noFill/>
          <a:ln w="38100">
            <a:solidFill>
              <a:srgbClr val="2A3B5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79208" y="3136392"/>
            <a:ext cx="1609344" cy="0"/>
          </a:xfrm>
          <a:prstGeom prst="line">
            <a:avLst/>
          </a:prstGeom>
          <a:noFill/>
          <a:ln w="38100">
            <a:solidFill>
              <a:srgbClr val="2A3B5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91472" y="3136392"/>
            <a:ext cx="1609344" cy="0"/>
          </a:xfrm>
          <a:prstGeom prst="line">
            <a:avLst/>
          </a:prstGeom>
          <a:noFill/>
          <a:ln w="38100">
            <a:solidFill>
              <a:srgbClr val="2A3B5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6384" y="2880360"/>
            <a:ext cx="512064" cy="512064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5176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" y="226771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the repository.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98648" y="2880360"/>
            <a:ext cx="512064" cy="512064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98648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3584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04288" y="400507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locked Python dependencies.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10912" y="2880360"/>
            <a:ext cx="512064" cy="512064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89704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16552" y="226771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GLM-OCR service.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23176" y="2880360"/>
            <a:ext cx="512064" cy="512064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23176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01968" y="3584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28816" y="400507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required environment values.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35440" y="2880360"/>
            <a:ext cx="512064" cy="512064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14232" y="1856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41080" y="226771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service and Streamlit.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347704" y="2880360"/>
            <a:ext cx="512064" cy="512064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47704" y="2880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826496" y="35844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53344" y="4005072"/>
            <a:ext cx="1700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a safe sample.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828800" y="5175504"/>
            <a:ext cx="8503920" cy="56692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66544" y="5276088"/>
            <a:ext cx="8028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secrets in environment variables; do not place them in source or screenshots.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parsing workflow is useful by itself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reasoning is not required to produce grounded outputs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169664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07608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45552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683496" y="2706624"/>
            <a:ext cx="219456" cy="0"/>
          </a:xfrm>
          <a:prstGeom prst="line">
            <a:avLst/>
          </a:prstGeom>
          <a:noFill/>
          <a:ln w="2159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96312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60904" y="2157984"/>
            <a:ext cx="310896" cy="31089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Rasterize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33472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images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34256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2157984"/>
            <a:ext cx="310896" cy="310896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9704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71416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regions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2157984"/>
            <a:ext cx="310896" cy="310896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09360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types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10144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74736" y="2157984"/>
            <a:ext cx="310896" cy="310896"/>
          </a:xfrm>
          <a:prstGeom prst="ellipse">
            <a:avLst/>
          </a:prstGeom>
          <a:solidFill>
            <a:srgbClr val="FF7A72"/>
          </a:solidFill>
          <a:ln w="12700">
            <a:solidFill>
              <a:srgbClr val="FF7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74736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65592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147304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IDs + order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48088" y="1993392"/>
            <a:ext cx="1691640" cy="148132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12680" y="2157984"/>
            <a:ext cx="310896" cy="31089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1268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03536" y="2596896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985248" y="2944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+ JSON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325880" y="4160520"/>
            <a:ext cx="9555480" cy="1143000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27632" y="4352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977640" y="4279392"/>
            <a:ext cx="6537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recovery can revisit weak or empty OCR regions before assembly.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classification and extraction only when needed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consume the grounded parse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94560" y="2231136"/>
            <a:ext cx="3904488" cy="135331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9048" y="2231136"/>
            <a:ext cx="3913632" cy="135331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148840" y="3584448"/>
            <a:ext cx="3950208" cy="126187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9048" y="3584448"/>
            <a:ext cx="3913632" cy="1261872"/>
          </a:xfrm>
          <a:prstGeom prst="line">
            <a:avLst/>
          </a:prstGeom>
          <a:noFill/>
          <a:ln w="25400">
            <a:solidFill>
              <a:srgbClr val="2A3B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2587752"/>
            <a:ext cx="3200400" cy="1938528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907792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ONCE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73168" y="344728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evidence context is shared downstream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1572768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1645920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1645920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645920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47288" y="1645920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282549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262432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825496"/>
            <a:ext cx="201168" cy="0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47288" y="2624328"/>
            <a:ext cx="0" cy="201168"/>
          </a:xfrm>
          <a:prstGeom prst="line">
            <a:avLst/>
          </a:prstGeom>
          <a:noFill/>
          <a:ln w="16510">
            <a:solidFill>
              <a:srgbClr val="58D5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17739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228600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one category to a whole document.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732520" y="1572768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5672" y="1645920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05672" y="164592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64240" y="1645920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65408" y="1645920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05672" y="282549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05672" y="262432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064240" y="2825496"/>
            <a:ext cx="201168" cy="0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65408" y="2624328"/>
            <a:ext cx="0" cy="201168"/>
          </a:xfrm>
          <a:prstGeom prst="line">
            <a:avLst/>
          </a:prstGeom>
          <a:noFill/>
          <a:ln w="16510">
            <a:solidFill>
              <a:srgbClr val="796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177393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961120" y="2286000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contiguous ranges in a mixed packet.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68680" y="4187952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" y="4261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1832" y="4261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4261104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01568" y="4261104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41832" y="5440680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1832" y="523951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5440680"/>
            <a:ext cx="201168" cy="0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68" y="5239512"/>
            <a:ext cx="0" cy="201168"/>
          </a:xfrm>
          <a:prstGeom prst="line">
            <a:avLst/>
          </a:prstGeom>
          <a:noFill/>
          <a:ln w="16510">
            <a:solidFill>
              <a:srgbClr val="45D48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4389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097280" y="490118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which categories may continue.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732520" y="4187952"/>
            <a:ext cx="2606040" cy="1325880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4261104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05672" y="4261104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064240" y="4261104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65408" y="4261104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05672" y="5440680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05672" y="5239512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64240" y="5440680"/>
            <a:ext cx="201168" cy="0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65408" y="5239512"/>
            <a:ext cx="0" cy="201168"/>
          </a:xfrm>
          <a:prstGeom prst="line">
            <a:avLst/>
          </a:prstGeom>
          <a:noFill/>
          <a:ln w="16510">
            <a:solidFill>
              <a:srgbClr val="F7B9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0" y="43891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extraction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8961120" y="4901184"/>
            <a:ext cx="2148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user-defined field definitions.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can be entered or imported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and JSON support repeatable non-code configuration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340096" cy="44074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definitions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932688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568" y="3381756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name and description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2688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256532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of categories to extract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2688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5131308"/>
            <a:ext cx="128016" cy="12801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89888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Markdown import for reusable setups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81344" y="1572768"/>
            <a:ext cx="5340096" cy="440740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7376" y="1810512"/>
            <a:ext cx="169164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183794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55664" y="23317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definitions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6455664" y="3063240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38544" y="3381756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3136392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name and plain-language description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55664" y="3938016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38544" y="4256532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4011168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boxes, JSON upload, or Markdown import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455664" y="4812792"/>
            <a:ext cx="4782312" cy="76504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5131308"/>
            <a:ext cx="128016" cy="12801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4885944"/>
            <a:ext cx="4123944" cy="618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before model invocation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are designed for review and integration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artifact that matches the next consumer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664208"/>
            <a:ext cx="10515600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3272" y="1883664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91109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81051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pages and evidence-oriented review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89304" y="2606040"/>
            <a:ext cx="9674352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2825496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45336" y="28529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26664" y="2752344"/>
            <a:ext cx="7662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document content for people and language tasks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709928" y="3547872"/>
            <a:ext cx="8833104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3767328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79476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3694176"/>
            <a:ext cx="682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parse, extraction, full, or routed contracts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130552" y="4489704"/>
            <a:ext cx="7991856" cy="74980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95144" y="4709160"/>
            <a:ext cx="1325880" cy="310896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86584" y="473659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B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67912" y="4636008"/>
            <a:ext cx="5980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artifacts packaged for handoff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43000" y="566928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the schema version and evidence references when integrating downstream.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 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look before changing the code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the public contract, then follow the implementation and tests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27632"/>
            <a:ext cx="2304288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1907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90672" y="1627632"/>
            <a:ext cx="2834640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98464" y="1627632"/>
            <a:ext cx="2834640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08192" y="1719072"/>
            <a:ext cx="26151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06256" y="1627632"/>
            <a:ext cx="2761488" cy="621792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15984" y="171907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" y="2377440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459736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workflow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090672" y="2377440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8688" y="245973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/ user guide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98464" y="2377440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459736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streamlit_app.py + app_pages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06256" y="2377440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459736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for public behavior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3163824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3246120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090672" y="3163824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2461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/ spec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98464" y="3163824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2461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+ parser modules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06256" y="3163824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3246120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 and schema tests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13232" y="3950208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032504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AI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090672" y="3950208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40325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workflow guide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98464" y="3950208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403250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agentic.py + models.py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906256" y="3950208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4272" y="403250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and failure tests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13232" y="4736592"/>
            <a:ext cx="2304288" cy="65836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" y="4818888"/>
            <a:ext cx="20482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090672" y="4736592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18688" y="481888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CONTRIBUTING.md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98464" y="4736592"/>
            <a:ext cx="2834640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81888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existing patterns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906256" y="4736592"/>
            <a:ext cx="2761488" cy="658368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34272" y="4818888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checks first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1248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project guidance and existing patterns before introducing a new abstraction or dependency.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1945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 | GitHub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0" y="64739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62288" y="6565392"/>
            <a:ext cx="15727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0352"/>
            <a:ext cx="10835640" cy="53035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docs, respect the boundaries, verify the change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76656" y="1078992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path for users and contributors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1600200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1865376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9344" y="1764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guided setup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9344" y="21305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SETUP.md and docs/run.md.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" y="2953512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" y="3218688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218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9344" y="3118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user guide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9344" y="34838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parsing, routing, extraction, and downloads.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" y="4306824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4572000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572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9344" y="4471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the contracts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9344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docs/spec.md and docs/api.md.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99632" y="1600200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9944" y="1865376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1865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95744" y="176479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current limits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95744" y="21305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is interactive, not a durable bulk queue.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99632" y="2953512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9944" y="3218688"/>
            <a:ext cx="493776" cy="493776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218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95744" y="311810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concern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95744" y="348386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current architecture and style.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99632" y="4306824"/>
            <a:ext cx="5257800" cy="1078992"/>
          </a:xfrm>
          <a:prstGeom prst="roundRect">
            <a:avLst/>
          </a:prstGeom>
          <a:solidFill>
            <a:srgbClr val="111B29"/>
          </a:solidFill>
          <a:ln w="12700">
            <a:solidFill>
              <a:srgbClr val="2A3B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4572000"/>
            <a:ext cx="493776" cy="493776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45720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95744" y="44714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before handoff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95744" y="483717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targeted tests and inspect outputs.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DocParse GitHub Overview</dc:title>
  <dc:subject>Repository user and contributor overview</dc:subject>
  <dc:creator>Grounded DocParse</dc:creator>
  <cp:lastModifiedBy>Grounded DocParse</cp:lastModifiedBy>
  <cp:revision>1</cp:revision>
  <dcterms:created xsi:type="dcterms:W3CDTF">2026-07-30T11:23:10Z</dcterms:created>
  <dcterms:modified xsi:type="dcterms:W3CDTF">2026-07-30T11:23:10Z</dcterms:modified>
</cp:coreProperties>
</file>