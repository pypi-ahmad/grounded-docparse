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system as a grounded parsing pipeline. The key idea is that OCR structure remains the evidence layer, while optional reasoning consumes that evidence.
[Sources]
- README.md
- docs/architecture.md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boundary using the interface: parsing is local and deterministic around GLM-OCR; classification and extraction are optional model-assisted stages. Azure is documented as a deployment path, not the current runtime.
[Sources]
- docs/images/document-parse-studio-full.png
- README.md
- docs/architecture.md
- docs/azure-bulk-fax-deployment.md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Recovery is selective, assembly creates the stable contract, and optional reasoning happens only after grounded parsing.
[Sources]
- docs/architecture.md
- docs/spec.md
- src/grounded_docparse/render.py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contract: the model can interpret supplied evidence, but IDs and coordinates originate from the parser. This makes downstream review possible.
[Sources]
- docs/spec.md
- docs/api.md
- src/grounded_docparse/models.py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important implementation choice is reuse. Optional features do not each reparse the PDF; they consume a compact representation of the already-parsed document.
[Sources]
- docs/architecture.md
- docs/complete-user-guide.md
- src/grounded_docparse/agentic.py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document-level and segmented routing model. Categories come from the user, contiguous ranges preserve packet order, and only selected categories proceed.
[Sources]
- README.md
- docs/complete-user-guide.md
- docs/business-user-extraction-workflow.md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extraction model receives the schema plus compact context. The application validates the response shape and resolves cited IDs back to pages and boxes.
[Sources]
- docs/spec.md
- docs/api.md
- docs/complete-user-guide.md
- src/grounded_docparse/agentic.py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layered contracts. The parse schema is the foundation, the full schema includes optional outputs, and dedicated extraction and routed schemas support focused consumers.
[Sources]
- docs/spec.md
- docs/api.md
- src/grounded_docparse/models.py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operational behavior: preserve expensive parse work, isolate optional failures, and keep concurrency bounded so a batch cannot overwhelm the service.
[Sources]
- docs/architecture.md
- docs/api.md
- docs/azure-bulk-fax-deployment.md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about current scope. The repository documents an Azure path for bulk processing, but production durability, identity, and operations require deployment work.
[Sources]
- README.md
- docs/azure-bulk-fax-deployment.md
- SETUP.md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checklist. Any extension should preserve the ownership model, validate outputs, and maintain an operator-review path.
[Sources]
- docs/spec.md
- docs/api.md
- CONTRIBUTING.md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5836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583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65836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39728" y="6583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605332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585216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0" y="605332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39728" y="585216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877824"/>
            <a:ext cx="228600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9052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1481328"/>
            <a:ext cx="7818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822960" y="3090672"/>
            <a:ext cx="7086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source-grounded document pipeline for parsing, routing, and optional extraction.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49640" y="1901952"/>
            <a:ext cx="1170432" cy="694944"/>
          </a:xfrm>
          <a:prstGeom prst="line">
            <a:avLst/>
          </a:prstGeom>
          <a:noFill/>
          <a:ln w="25400">
            <a:solidFill>
              <a:srgbClr val="796F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20072" y="2596896"/>
            <a:ext cx="914400" cy="1234440"/>
          </a:xfrm>
          <a:prstGeom prst="line">
            <a:avLst/>
          </a:prstGeom>
          <a:noFill/>
          <a:ln w="25400">
            <a:solidFill>
              <a:srgbClr val="58D5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1426464"/>
            <a:ext cx="1335024" cy="1078992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2276856"/>
            <a:ext cx="1353312" cy="1078992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3886200"/>
            <a:ext cx="1115568" cy="877824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83296" y="16459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09760" y="254203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66960" y="41056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24865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implementation | contracts | production boundaries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BOUNDARY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runs where today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parsing core with optional remote reasoning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94218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673352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provides uploads and operator controls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521915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863901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595067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GLM-OCR handles local layout-aware parsing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3443630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78561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516782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JSON, Markdown, previews, and downloads stay in the app workflow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365346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707331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438498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 powers optional classification and extraction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5287061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562904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360213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is a documented scale path, not the current runtime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22192" y="1572768"/>
            <a:ext cx="7699248" cy="4535424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pic>
        <p:nvPicPr>
          <p:cNvPr id="24" name="Image 0" descr="Sanitized Grounded DocParse applicatio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773936"/>
            <a:ext cx="5925312" cy="41148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663440" y="172821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1728216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479024" y="172821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80192" y="1728216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593445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573328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479024" y="593445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80192" y="573328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page pixels to grounded document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preserves or improves traceability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69664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07608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45552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83496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157984"/>
            <a:ext cx="310896" cy="31089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Rasterize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to page images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96312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60904" y="2157984"/>
            <a:ext cx="310896" cy="31089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33472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+ order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34256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2157984"/>
            <a:ext cx="310896" cy="310896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9704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71416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per region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2157984"/>
            <a:ext cx="310896" cy="310896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9360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empty/weak regions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10144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4736" y="2157984"/>
            <a:ext cx="310896" cy="310896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74736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65592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147304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schema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848088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12680" y="2157984"/>
            <a:ext cx="310896" cy="31089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1268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03536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985248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325880" y="4160520"/>
            <a:ext cx="9555480" cy="1143000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27632" y="4352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977640" y="4279392"/>
            <a:ext cx="6537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stages may enrich content, but they do not become the source of geometry.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CONTRACT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owner for every kind of truth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ownership split prevents plausible but ungrounded output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340096" cy="44074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10512"/>
            <a:ext cx="169164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379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GLM-OCR OWNS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331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evidence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932688" y="3063240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338175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136392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IDs and page ownership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3938016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4256532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4011168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boxes and reading order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4812792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5131308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4885944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type, confidence, and source text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81344" y="1572768"/>
            <a:ext cx="5340096" cy="440740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1810512"/>
            <a:ext cx="169164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18379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 MAY ADD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55664" y="2331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Reasoned interpretation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6455664" y="3063240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38544" y="3381756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3136392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labels and explanations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55664" y="3938016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38544" y="4256532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4011168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matching a user schema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55664" y="4812792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38544" y="5131308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4885944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back to supplied element IDs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features share one grounded context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once; reuse compact evidence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2231136"/>
            <a:ext cx="3904488" cy="1353312"/>
          </a:xfrm>
          <a:prstGeom prst="line">
            <a:avLst/>
          </a:prstGeom>
          <a:noFill/>
          <a:ln w="25400">
            <a:solidFill>
              <a:srgbClr val="2A3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099048" y="2231136"/>
            <a:ext cx="3913632" cy="1353312"/>
          </a:xfrm>
          <a:prstGeom prst="line">
            <a:avLst/>
          </a:prstGeom>
          <a:noFill/>
          <a:ln w="25400">
            <a:solidFill>
              <a:srgbClr val="2A3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148840" y="3584448"/>
            <a:ext cx="3950208" cy="1261872"/>
          </a:xfrm>
          <a:prstGeom prst="line">
            <a:avLst/>
          </a:prstGeom>
          <a:noFill/>
          <a:ln w="25400">
            <a:solidFill>
              <a:srgbClr val="2A3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9048" y="3584448"/>
            <a:ext cx="3913632" cy="1261872"/>
          </a:xfrm>
          <a:prstGeom prst="line">
            <a:avLst/>
          </a:prstGeom>
          <a:noFill/>
          <a:ln w="25400">
            <a:solidFill>
              <a:srgbClr val="2A3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2587752"/>
            <a:ext cx="3200400" cy="1938528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907792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CONTEXT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73168" y="34472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layout tree + stable element IDs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1572768"/>
            <a:ext cx="2606040" cy="132588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1645920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1645920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645920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7288" y="1645920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2825496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2624328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825496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47288" y="2624328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17739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2286000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documents or contiguous page ranges.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32520" y="1572768"/>
            <a:ext cx="2606040" cy="132588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05672" y="1645920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05672" y="164592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64240" y="1645920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65408" y="164592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05672" y="282549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05672" y="262432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64240" y="282549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65408" y="262432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17739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961120" y="2286000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schema-shaped values.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68680" y="4187952"/>
            <a:ext cx="2606040" cy="132588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1832" y="426110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832" y="426110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426110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01568" y="426110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1832" y="5440680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1832" y="5239512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5440680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01568" y="5239512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4389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97280" y="4901184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evidence and uncertainty.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732520" y="4187952"/>
            <a:ext cx="2606040" cy="132588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672" y="4261104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5672" y="4261104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64240" y="4261104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65408" y="4261104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5672" y="5440680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5672" y="5239512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64240" y="5440680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265408" y="5239512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0" y="4389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961120" y="4901184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results and annotations.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ROUTING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contiguous page ranges before extraction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packets that may contain more than one form 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PAGE SEQUENCE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1956816"/>
            <a:ext cx="2743200" cy="5669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5740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1-2 | New request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2715768"/>
            <a:ext cx="2743200" cy="5669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81635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3-4 | Records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" y="3474720"/>
            <a:ext cx="2743200" cy="5669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57530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5-6 | Update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" y="4233672"/>
            <a:ext cx="2743200" cy="5669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6678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33425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| Other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03320" y="3310128"/>
            <a:ext cx="960120" cy="0"/>
          </a:xfrm>
          <a:prstGeom prst="line">
            <a:avLst/>
          </a:prstGeom>
          <a:noFill/>
          <a:ln w="27940">
            <a:solidFill>
              <a:srgbClr val="58D5F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2148840"/>
            <a:ext cx="2468880" cy="2331720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496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CLASSIFIER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10912" y="318211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User-defined categories + category descriptions + review controls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69480" y="3310128"/>
            <a:ext cx="932688" cy="0"/>
          </a:xfrm>
          <a:prstGeom prst="line">
            <a:avLst/>
          </a:prstGeom>
          <a:noFill/>
          <a:ln w="27940">
            <a:solidFill>
              <a:srgbClr val="45D48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66176" y="1947672"/>
            <a:ext cx="3200400" cy="277063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58784" y="2249424"/>
            <a:ext cx="1975104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227685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13648" y="2907792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ranges only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613648" y="40416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to extraction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532180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"other" path and operator review keep routing uncertainty visible.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extracted values against source evidence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schema request becomes a reviewable result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0440" y="3236976"/>
            <a:ext cx="960120" cy="0"/>
          </a:xfrm>
          <a:prstGeom prst="line">
            <a:avLst/>
          </a:prstGeom>
          <a:noFill/>
          <a:ln w="25400">
            <a:solidFill>
              <a:srgbClr val="796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08392" y="3236976"/>
            <a:ext cx="932688" cy="0"/>
          </a:xfrm>
          <a:prstGeom prst="line">
            <a:avLst/>
          </a:prstGeom>
          <a:noFill/>
          <a:ln w="25400">
            <a:solidFill>
              <a:srgbClr val="45D48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" y="1901952"/>
            <a:ext cx="2871216" cy="29077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975104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97510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55264" y="1975104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197510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73659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53542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55264" y="473659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4535424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1031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SCHEMA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" y="2615184"/>
            <a:ext cx="241401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type or constraint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Entered in the UI, uploaded as JSON, or imported from Markdown.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98848" y="1901952"/>
            <a:ext cx="3200400" cy="29077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975104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97510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4928" y="1975104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6096" y="197510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73659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53542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24928" y="473659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6096" y="4535424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27448" y="2615184"/>
            <a:ext cx="2743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/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Referenced element IDs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 must conform to the extraction contract.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59368" y="1901952"/>
            <a:ext cx="2871216" cy="29077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197510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0" y="197510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256264" y="197510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457432" y="197510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32520" y="4736592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32520" y="453542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256264" y="4736592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57432" y="453542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87968" y="210312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LOOKUP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887968" y="2615184"/>
            <a:ext cx="241401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element IDs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page + bbox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source snippets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values stay traceable to the parsed document.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828800" y="5257800"/>
            <a:ext cx="8503920" cy="56692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5349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 reference means no grounded acceptance.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CONTRACTS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outputs keep consumers explicit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optional capability has a distinct schema surface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664208"/>
            <a:ext cx="10515600" cy="7498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" y="1883664"/>
            <a:ext cx="132588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1109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81051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result | classification, segments, eligibility, extraction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89304" y="2606040"/>
            <a:ext cx="9674352" cy="7498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3896" y="2825496"/>
            <a:ext cx="132588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45336" y="28529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26664" y="2752344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result | fields, evidence references, status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709928" y="3547872"/>
            <a:ext cx="8833104" cy="7498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3767328"/>
            <a:ext cx="132588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79476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7288" y="3694176"/>
            <a:ext cx="682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result | parse plus optional feature outputs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130552" y="4489704"/>
            <a:ext cx="7991856" cy="7498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95144" y="4709160"/>
            <a:ext cx="132588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86584" y="473659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B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67912" y="4636008"/>
            <a:ext cx="5980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result | pages, elements, geometry, reading order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43000" y="566928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should bind to the contract they need and retain the declared schema version.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BEHAVIOR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isolation protects completed work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and concurrency are bounded at stage boundaries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3529584" cy="416052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0195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3352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78408" y="2578608"/>
            <a:ext cx="2889504" cy="0"/>
          </a:xfrm>
          <a:prstGeom prst="line">
            <a:avLst/>
          </a:prstGeom>
          <a:noFill/>
          <a:ln w="15240">
            <a:solidFill>
              <a:srgbClr val="2A3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907792"/>
            <a:ext cx="29077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model or service failures are retried without repeating every successful stage.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78408" y="5074920"/>
            <a:ext cx="251460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51023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retries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9704" y="1664208"/>
            <a:ext cx="3529584" cy="416052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90195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77256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82312" y="2578608"/>
            <a:ext cx="2889504" cy="0"/>
          </a:xfrm>
          <a:prstGeom prst="line">
            <a:avLst/>
          </a:prstGeom>
          <a:noFill/>
          <a:ln w="15240">
            <a:solidFill>
              <a:srgbClr val="2A3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2907792"/>
            <a:ext cx="29077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output is retained and reused by classification, extraction, preview, and downloads.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82312" y="5074920"/>
            <a:ext cx="251460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51023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93608" y="1664208"/>
            <a:ext cx="3529584" cy="416052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22208" y="190195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8116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586216" y="2578608"/>
            <a:ext cx="2889504" cy="0"/>
          </a:xfrm>
          <a:prstGeom prst="line">
            <a:avLst/>
          </a:prstGeom>
          <a:noFill/>
          <a:ln w="15240">
            <a:solidFill>
              <a:srgbClr val="2A3B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86216" y="2907792"/>
            <a:ext cx="29077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Optional-stage failure remains visible without invalidating the grounded parse result.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86216" y="5074920"/>
            <a:ext cx="251460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77656" y="510235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 safely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BOUNDARY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workstation app vs. production service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deployment guide is a target operating model - not hidden implementation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340096" cy="44074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10512"/>
            <a:ext cx="169164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379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331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workstation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932688" y="3063240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338175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136392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 and local session state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3938016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4256532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4011168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GLM-OCR/vLLM service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4812792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5131308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4885944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Operator-driven files and downloads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81344" y="1572768"/>
            <a:ext cx="5340096" cy="440740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1810512"/>
            <a:ext cx="169164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18379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PATH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55664" y="2331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bulk workflow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6455664" y="3063240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38544" y="3381756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3136392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object storage and queued jobs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55664" y="3938016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38544" y="4256532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4011168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workers with controlled concurrency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55664" y="4812792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38544" y="5131308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4885944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monitoring, retention, and human-review controls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Technical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pipeline without breaking grounding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checks for any new model, adapter, or workflow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600200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1865376"/>
            <a:ext cx="493776" cy="49377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9344" y="17647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geometry owned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9344" y="21305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let downstream models invent IDs or boxes.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2953512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" y="3218688"/>
            <a:ext cx="493776" cy="49377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218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9344" y="311810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parse output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9344" y="348386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duplicate OCR and divergent evidence.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4306824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4572000"/>
            <a:ext cx="493776" cy="49377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4572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9344" y="44714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contracts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9344" y="483717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schema changes explicit to consumers.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9632" y="1600200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1865376"/>
            <a:ext cx="493776" cy="49377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95744" y="17647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at boundaries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95744" y="21305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model output as untrusted structured input.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2953512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9944" y="3218688"/>
            <a:ext cx="493776" cy="49377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3218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95744" y="311810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public behavior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95744" y="348386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happy path, weak OCR, and optional-stage failure.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99632" y="4306824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4572000"/>
            <a:ext cx="493776" cy="49377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4572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95744" y="44714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operator review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95744" y="483717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uncertainty and retain evidence links.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Grounded DocParse Technical Architecture</dc:title>
  <dc:subject>Technical architecture and production boundaries</dc:subject>
  <dc:creator>Grounded DocParse</dc:creator>
  <cp:lastModifiedBy>Grounded DocParse</cp:lastModifiedBy>
  <cp:revision>1</cp:revision>
  <dcterms:created xsi:type="dcterms:W3CDTF">2026-07-30T11:23:10Z</dcterms:created>
  <dcterms:modified xsi:type="dcterms:W3CDTF">2026-07-30T11:23:10Z</dcterms:modified>
</cp:coreProperties>
</file>